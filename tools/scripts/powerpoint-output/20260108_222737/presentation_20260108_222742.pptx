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游ゴシック"/>
                <a:ea typeface="游ゴシック"/>
              </a:rPr>
              <a:t>AI技術の活用（ゲームとAI）2026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第1章 導入・問題提起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本講義の概要と、AI時代における人間の役割を整理する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AI技術の活用（ゲームとAI）2026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LLM時代の「作り方」と「人間の役割」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生成AI/LLMがゲーム制作の現場に浸透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「作業効率化」から「作り方の再設計」へ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でもゲームの本体は「体験設計」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AI時代に価値を持つのは誰か？を整理する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本講義で使用するリンク・資料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アンケート（好きなゲーム/AIツール経験）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GitHub（サンプルコード/講義資料）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デモ（Sample Game：実際に動くAI）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本資料PDFリンク（後日配布）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自己紹介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ゲーム技術・オンライン領域・AI活用の経験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講義の目的：現場感と基礎の橋渡し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今日は「技術紹介」より「構造理解」を優先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質問歓迎（途中でもOK）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2025→2026：この1年で何が変わったか</a:t>
            </a:r>
          </a:p>
        </p:txBody>
      </p:sp>
      <p:pic>
        <p:nvPicPr>
          <p:cNvPr id="5" name="Picture 4" descr="diagram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572000" cy="1405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LLMが「一部の人の道具」から「普通の道具」へ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個人制作だけでなく、チーム工程にも浸透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企画→実装→テスト→運用の速度が上がった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でも品質と責任の課題も増えた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"タスク自動化"から"工程再設計"へシフト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生成AIとLLMの社会的浸透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文章/画像/コードの生成が日常化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「検索」ではなく「生成」が入口になる場面が増加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使える人と使えない人の差が拡大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その差は知識量ではなく「思考の型」で決まる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プロンプトの上手さ ≠ 言葉のうまさ、設計のうまさ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バイブコーディング（Vibe Coding）とは何か</a:t>
            </a:r>
          </a:p>
        </p:txBody>
      </p:sp>
      <p:pic>
        <p:nvPicPr>
          <p:cNvPr id="5" name="Picture 4" descr="diagram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572000" cy="6473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自然言語で意図を伝える→AIがコードを生成→人間が監督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MVPや試作は爆速化できる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ただし「理解せずに進む」リスクが高い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ゲームは破綻が「動き」で見えるため誤魔化しが効かない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「プロンプト＝プログラム」という認識が必要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Vibe Codingの落とし穴：生成的負債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構造的負債：設計パターンの欠如、責務の混在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幻覚的複雑性：不要なコード、存在しないAPI呼び出し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省略された検証：エッジケース未対応、セキュリティ考慮なし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初学者の罠：Illusion of Competence（能力の錯覚）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「動いた」≠「正しい」≠「良い設計」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今日の結論：AIは能力ではなく増幅器</a:t>
            </a:r>
          </a:p>
        </p:txBody>
      </p:sp>
      <p:pic>
        <p:nvPicPr>
          <p:cNvPr id="5" name="Picture 4" descr="diagram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572000" cy="3149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AIは人の思考の質を増幅する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思考が粗い → 雑な成果が量産される（それっぽい破綻）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思考が精密 → 検証と編集が高速化する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重要なのは「因数分解・明確化・判断」の3層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同じAIでも結果が割れる理由はここにある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差がつく3つの能力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**因数分解**：問題を部品に分解できる力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coding / 画像 / level design / データ / QA / 運用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AIに「何を任せたいか」を明確にする前提条件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**明確化**：仮説・目的・制約を言語化できる力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曖昧なまま投げると、曖昧な答えが返ってくる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**判断**：何を採用し、何を捨てるか決められる力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AIは提案できても責任は持てない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本講義のゴール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ゲームAIの主要パターンを「部品」として理解する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生成AIの強み/限界を構造で説明できるようになる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AIに使われず、AIを使いこなす手順を持つ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研究/産業どちらでも貢献できる視点を得る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最終目標：「設計できる人」になる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本講義のロードマップ</a:t>
            </a:r>
          </a:p>
        </p:txBody>
      </p:sp>
      <p:pic>
        <p:nvPicPr>
          <p:cNvPr id="5" name="Picture 4" descr="diagram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572000" cy="2390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ゲーム技術がAIを育てた（GPU/リアルタイム制約）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ゲームAIの基礎（FSM/A*/BT/機械学習/強化学習）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生成AI/Vibe Codingの現実（功罪と限界）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人間×AI協働（因数分解・明確化・判断）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学び方・進路（研究も産業も、作って貢献）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ゲームはAI時代の最良の教材である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状態があり、バグが「動き」で見える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制約が厳しく、誤魔化しが効かない（リアルタイム・決定性・コスト）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判断と検証が連続する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だから「思考の筋トレ」になる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ゲームは **AI時代の人間力（分解・記述・判断）** を鍛える実験場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ワーク0：あなたはAIをどこで使ってる？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企画・アイデア出し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コード生成・補助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画像・アセット生成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学習・調べもの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まだ使っていない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→ 受講者の現在地を把握し、講義の接点を確認する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  <a:latin typeface="游ゴシック"/>
                <a:ea typeface="游ゴシック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3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13178"/>
                </a:solidFill>
                <a:latin typeface="游ゴシック"/>
                <a:ea typeface="游ゴシック"/>
              </a:rPr>
              <a:t>この章のまとめ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2026年：AIは「便利ツール」から制作の"環境"へ変化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でも勝敗はAI性能ではなく「使う人の思考」で決まる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今日の問い：**私はAIに使われる側か？使いこなす側か？**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游ゴシック"/>
                <a:ea typeface="游ゴシック"/>
              </a:rPr>
              <a:t>• 次章以降で「ゲームとAI」の関係、技術の部品、人間の役割を深掘りする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
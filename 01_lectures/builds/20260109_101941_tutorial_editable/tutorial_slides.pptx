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AI × Game Development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はじめてでも分かる「ゲームが動く仕組み」と「AIが考える仕組み」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この資料について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「ゲームを作ったことがない人」向け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「AIやプログラミングが初めての人」向け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分からない言葉は必ず説明します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順番に分かるようになります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この教材の本当の目的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ゲームを完成させることではありません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ゲームやAIが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「なぜその動きをしたのか」を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自分の言葉で説明できるようになること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全体像：9つのStep</a:t>
            </a:r>
          </a:p>
        </p:txBody>
      </p:sp>
      <p:pic>
        <p:nvPicPr>
          <p:cNvPr id="3" name="Picture 2" descr="step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360180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基礎 → DSL → AI の順に学びます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Hello World - 環境確認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Step 00: 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Pythonが動くことを確認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ゲームを起動してみる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w/a/s/d で動かしてみる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Step 00: やってみよう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Menlo"/>
              </a:rPr>
              <a:t>cd 02_tutorial
python3 run.py
1. 「New Game」を選ぶ
2. 「Step 00」を選ぶ
3. SAVE_A に保存
4. w を押す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Kiwi Maru"/>
              </a:rPr>
              <a:t>@ が上に動いたら成功です！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Game Loop - ゲームループ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ゲームループとは？</a:t>
            </a:r>
          </a:p>
        </p:txBody>
      </p:sp>
      <p:pic>
        <p:nvPicPr>
          <p:cNvPr id="3" name="Picture 2" descr="gam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6518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入力 → 更新 → 描画 を繰り返す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Step 01: カウンターゲーム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up / + : 数字が増える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down / - : 数字が減る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reset : 0に戻る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これがゲームの本質！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なぜカウンター？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RPGでHPが減るのも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スコアが増えるのも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レベルが上がるのも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全部「状態の数値を変える」だけ！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State - 状態管理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「状態」って何？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ゲームの「今どうなってるか」を表すデータ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例：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player: x=10, y=5, hp=100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turn: 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score: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イミュータブル（不変）</a:t>
            </a:r>
          </a:p>
        </p:txBody>
      </p:sp>
      <p:pic>
        <p:nvPicPr>
          <p:cNvPr id="3" name="Picture 2" descr="state_immu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928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古い状態を変更せず、新しい状態を作る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イミュータブルのメリット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何が起きたか追跡しやすい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バグの原因を見つけやすい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「Undo」も簡単に作れる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I/O - 入出力の分離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入出力の分離</a:t>
            </a:r>
          </a:p>
        </p:txBody>
      </p:sp>
      <p:pic>
        <p:nvPicPr>
          <p:cNvPr id="3" name="Picture 2" descr="io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1091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ゲームロジックを「純粋」にする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純粋関数とは？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同じ入力なら必ず同じ出力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副作用がない（外部状態を変更しない）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例：add(2, 3) は常に 5 を返す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Renderer - レンダラー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レンダラーとは？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状態を「見える形」に変換する関数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入力：ゲームの状態（state）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出力：描画結果の文字列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副作用なし：print しない！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出力例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Menlo"/>
              </a:rPr>
              <a:t>######################
#..........@.........#
#....................#
#........E...........#
#....................#
######################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Kiwi Maru"/>
              </a:rPr>
              <a:t>@ = プレイヤー、E = 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DSL編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Step 05-07: ゲーム言語を作る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DSLの処理フロー</a:t>
            </a:r>
          </a:p>
        </p:txBody>
      </p:sp>
      <p:pic>
        <p:nvPicPr>
          <p:cNvPr id="3" name="Picture 2" descr="ds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3837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文字列 → トークン → AST → 実行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Lexer - 字句解析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Lexerとは？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文字列を「単語（トークン）」に分解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例：move player 5 3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→ [move] [player] [5] [3]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それぞれに「種類」をつける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Parser - 構文解析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Parserとは？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トークンを「構文木（AST）」に変換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例：move player 5 3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→ MoveCommand(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    target="player",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    x=5, y=3)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Interpreter - インタプリタ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Interpreterとは？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ASTを「実行」して状態を変更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使えるコマンド：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move player &lt;x&gt; &lt;y&gt;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spawn enemy &lt;x&gt; &lt;y&gt;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destroy &lt;target&gt;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  wait（AIターン）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AI - A*経路探索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A*アルゴリズムとは？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「最短経路」を見つけるアルゴリズム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敵がプレイヤーを追いかける仕組み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A*の処理フロー</a:t>
            </a:r>
          </a:p>
        </p:txBody>
      </p:sp>
      <p:pic>
        <p:nvPicPr>
          <p:cNvPr id="3" name="Picture 2" descr="a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12780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Kiwi Maru"/>
              </a:rPr>
              <a:t>ゴールに近い場所を優先して探索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AIは「考えて」いるのか？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実際はとてもシンプル：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1. 現在位置とゴールを確認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2. 行ける場所をリストアップ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3. ゴールに近い場所を優先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4. 繰り返す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「ルール通りに計算している」だけ！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まとめ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この教材で学んだこと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1. ゲームループ：入力→更新→描画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2. 状態管理：イミュータブル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3. DSL：Lexer → Parser → Interpreter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4. AI：ルール通りに計算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65C0"/>
                </a:solidFill>
                <a:latin typeface="Kiwi Maru"/>
              </a:rPr>
              <a:t>最後の質問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「なぜその動きをしたのか」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説明できるようになりましたか？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できるようになったら、あなたはもう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Kiwi Maru"/>
              </a:rPr>
              <a:t>● ゲームとAIの「仕組み」を理解した人です！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565C0"/>
                </a:solidFill>
                <a:latin typeface="Kiwi Maru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333333"/>
                </a:solidFill>
                <a:latin typeface="Kiwi Maru"/>
              </a:rPr>
              <a:t>AI × Game Development Tutorial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